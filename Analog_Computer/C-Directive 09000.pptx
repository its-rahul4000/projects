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3"/>
  </p:sldMasterIdLst>
  <p:notesMasterIdLst>
    <p:notesMasterId r:id="rId8"/>
  </p:notesMasterIdLst>
  <p:sldIdLst>
    <p:sldId id="256" r:id="rId4"/>
    <p:sldId id="257" r:id="rId5"/>
    <p:sldId id="258" r:id="rId6"/>
    <p:sldId id="259" r:id="rId7"/>
  </p:sldIdLst>
  <p:sldSz cx="10969625" cy="6170613"/>
  <p:notesSz cx="6858000" cy="9144000"/>
  <p:custDataLst>
    <p:tags r:id="rId9"/>
  </p:custDataLst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1pPr>
    <a:lvl2pPr marL="411137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2pPr>
    <a:lvl3pPr marL="8222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3pPr>
    <a:lvl4pPr marL="1233411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4pPr>
    <a:lvl5pPr marL="164454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5pPr>
    <a:lvl6pPr marL="2055686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6pPr>
    <a:lvl7pPr marL="2466823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7pPr>
    <a:lvl8pPr marL="2877960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8pPr>
    <a:lvl9pPr marL="3289097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612" y="-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Master" Target="slideMasters/slideMaster1.xml"/><Relationship Id="rId7" Type="http://schemas.openxmlformats.org/officeDocument/2006/relationships/slide" Target="slides/slide4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viewProps" Target="viewProps.xml"/><Relationship Id="rId5" Type="http://schemas.openxmlformats.org/officeDocument/2006/relationships/slide" Target="slides/slide2.xml"/><Relationship Id="rId10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07911F-CEAF-4F0B-98BD-EFB38C6572AA}" type="datetimeFigureOut">
              <a:rPr lang="de-DE" smtClean="0"/>
              <a:t>21.05.2026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2D48B2-9EB0-4B37-9B35-FC11E2EA535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03153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horizont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Logo">
            <a:extLst>
              <a:ext uri="{FF2B5EF4-FFF2-40B4-BE49-F238E27FC236}">
                <a16:creationId xmlns:a16="http://schemas.microsoft.com/office/drawing/2014/main" id="{BF558F48-F6D6-4568-8DA6-55FAE81CC26F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FD8C3B7-D4C2-49FB-A234-B9EF65EF0E2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7200" y="2602898"/>
            <a:ext cx="9268637" cy="1507549"/>
          </a:xfrm>
          <a:ln w="0">
            <a:noFill/>
          </a:ln>
          <a:effectLst/>
        </p:spPr>
        <p:txBody>
          <a:bodyPr anchor="b" anchorCtr="0">
            <a:normAutofit/>
          </a:bodyPr>
          <a:lstStyle>
            <a:lvl1pPr algn="l">
              <a:lnSpc>
                <a:spcPct val="100000"/>
              </a:lnSpc>
              <a:defRPr sz="4000" b="1" kern="0" cap="none" baseline="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Presentation 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7B0DFCC-F037-4745-849A-E2902A32AC76}"/>
              </a:ext>
            </a:extLst>
          </p:cNvPr>
          <p:cNvSpPr>
            <a:spLocks noGrp="1"/>
          </p:cNvSpPr>
          <p:nvPr>
            <p:ph type="body" sz="quarter" idx="1" hasCustomPrompt="1"/>
          </p:nvPr>
        </p:nvSpPr>
        <p:spPr>
          <a:xfrm>
            <a:off x="547200" y="4241130"/>
            <a:ext cx="9268637" cy="125436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noProof="1"/>
              <a:t>Name, Department, Date</a:t>
            </a:r>
          </a:p>
        </p:txBody>
      </p:sp>
      <p:pic>
        <p:nvPicPr>
          <p:cNvPr id="4" name="SuperGraphic">
            <a:extLst>
              <a:ext uri="{FF2B5EF4-FFF2-40B4-BE49-F238E27FC236}">
                <a16:creationId xmlns:a16="http://schemas.microsoft.com/office/drawing/2014/main" id="{862C2846-F73C-4F37-B810-57D2567D11EB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0969200" cy="2056725"/>
          </a:xfrm>
          <a:prstGeom prst="rect">
            <a:avLst/>
          </a:prstGeom>
        </p:spPr>
      </p:pic>
      <p:sp>
        <p:nvSpPr>
          <p:cNvPr id="2" name="Bosch_footer_conf">
            <a:extLst>
              <a:ext uri="{FF2B5EF4-FFF2-40B4-BE49-F238E27FC236}">
                <a16:creationId xmlns:a16="http://schemas.microsoft.com/office/drawing/2014/main" id="{EB4CC976-E504-9F9B-AAA8-4B8F85DDABEF}"/>
              </a:ext>
            </a:extLst>
          </p:cNvPr>
          <p:cNvSpPr txBox="1"/>
          <p:nvPr userDrawn="1"/>
        </p:nvSpPr>
        <p:spPr>
          <a:xfrm>
            <a:off x="547200" y="5688000"/>
            <a:ext cx="9126000" cy="1079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  <a:latin typeface="+mn-lt"/>
              </a:rPr>
              <a:t>Internal C-SC1</a:t>
            </a:r>
            <a:endParaRPr lang="en-US" sz="600" kern="0" baseline="0" noProof="1">
              <a:solidFill>
                <a:schemeClr val="tx1"/>
              </a:solidFill>
              <a:latin typeface="+mn-lt"/>
            </a:endParaRP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4984853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42" userDrawn="1">
          <p15:clr>
            <a:srgbClr val="FBAE40"/>
          </p15:clr>
        </p15:guide>
        <p15:guide id="2" pos="6185" userDrawn="1">
          <p15:clr>
            <a:srgbClr val="FBAE40"/>
          </p15:clr>
        </p15:guide>
        <p15:guide id="3" orient="horz" pos="1639" userDrawn="1">
          <p15:clr>
            <a:srgbClr val="FBAE40"/>
          </p15:clr>
        </p15:guide>
        <p15:guide id="4" orient="horz" pos="2590" userDrawn="1">
          <p15:clr>
            <a:srgbClr val="FBAE40"/>
          </p15:clr>
        </p15:guide>
        <p15:guide id="5" orient="horz" pos="2669" userDrawn="1">
          <p15:clr>
            <a:srgbClr val="FBAE40"/>
          </p15:clr>
        </p15:guide>
        <p15:guide id="6" orient="horz" pos="3463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vertic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Logo">
            <a:extLst>
              <a:ext uri="{FF2B5EF4-FFF2-40B4-BE49-F238E27FC236}">
                <a16:creationId xmlns:a16="http://schemas.microsoft.com/office/drawing/2014/main" id="{43858496-C239-47F8-BDF4-1C95D89182D0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FD8C3B7-D4C2-49FB-A234-B9EF65EF0E2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89593" y="1152144"/>
            <a:ext cx="7132831" cy="2044365"/>
          </a:xfrm>
          <a:ln w="0">
            <a:noFill/>
          </a:ln>
          <a:effectLst/>
        </p:spPr>
        <p:txBody>
          <a:bodyPr anchor="b" anchorCtr="0">
            <a:normAutofit/>
          </a:bodyPr>
          <a:lstStyle>
            <a:lvl1pPr algn="l">
              <a:lnSpc>
                <a:spcPct val="100000"/>
              </a:lnSpc>
              <a:defRPr sz="4000" b="1" kern="0" cap="none" baseline="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Presentation title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55C2B86F-C1CA-4E64-9221-A99B4E89D289}"/>
              </a:ext>
            </a:extLst>
          </p:cNvPr>
          <p:cNvSpPr>
            <a:spLocks noGrp="1"/>
          </p:cNvSpPr>
          <p:nvPr>
            <p:ph type="body" sz="quarter" idx="1" hasCustomPrompt="1"/>
          </p:nvPr>
        </p:nvSpPr>
        <p:spPr>
          <a:xfrm>
            <a:off x="3289593" y="3327191"/>
            <a:ext cx="7132831" cy="125436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noProof="1"/>
              <a:t>Name, Department, Date</a:t>
            </a:r>
          </a:p>
        </p:txBody>
      </p:sp>
      <p:pic>
        <p:nvPicPr>
          <p:cNvPr id="3" name="SuperGraphic">
            <a:extLst>
              <a:ext uri="{FF2B5EF4-FFF2-40B4-BE49-F238E27FC236}">
                <a16:creationId xmlns:a16="http://schemas.microsoft.com/office/drawing/2014/main" id="{8E3B306C-041F-4487-8C98-1BF9B6BE172F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742494" cy="6170613"/>
          </a:xfrm>
          <a:prstGeom prst="rect">
            <a:avLst/>
          </a:prstGeom>
        </p:spPr>
      </p:pic>
      <p:sp>
        <p:nvSpPr>
          <p:cNvPr id="2" name="Bosch_footer_conf">
            <a:extLst>
              <a:ext uri="{FF2B5EF4-FFF2-40B4-BE49-F238E27FC236}">
                <a16:creationId xmlns:a16="http://schemas.microsoft.com/office/drawing/2014/main" id="{37724B12-9637-FD34-B3B0-53E9BF1D1434}"/>
              </a:ext>
            </a:extLst>
          </p:cNvPr>
          <p:cNvSpPr txBox="1"/>
          <p:nvPr userDrawn="1"/>
        </p:nvSpPr>
        <p:spPr>
          <a:xfrm>
            <a:off x="3279600" y="5688000"/>
            <a:ext cx="6354000" cy="1079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  <a:latin typeface="+mn-lt"/>
              </a:rPr>
              <a:t>Internal C-SC1</a:t>
            </a:r>
            <a:endParaRPr lang="en-US" sz="600" kern="0" baseline="0" noProof="1">
              <a:solidFill>
                <a:schemeClr val="tx1"/>
              </a:solidFill>
              <a:latin typeface="+mn-lt"/>
            </a:endParaRP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2193031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2070" userDrawn="1">
          <p15:clr>
            <a:srgbClr val="FBAE40"/>
          </p15:clr>
        </p15:guide>
        <p15:guide id="2" pos="6566" userDrawn="1">
          <p15:clr>
            <a:srgbClr val="FBAE40"/>
          </p15:clr>
        </p15:guide>
        <p15:guide id="3" orient="horz" pos="2093" userDrawn="1">
          <p15:clr>
            <a:srgbClr val="FBAE40"/>
          </p15:clr>
        </p15:guide>
        <p15:guide id="4" orient="horz" pos="2014" userDrawn="1">
          <p15:clr>
            <a:srgbClr val="FBAE40"/>
          </p15:clr>
        </p15:guide>
        <p15:guide id="5" orient="horz" pos="3473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horizont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Logo">
            <a:extLst>
              <a:ext uri="{FF2B5EF4-FFF2-40B4-BE49-F238E27FC236}">
                <a16:creationId xmlns:a16="http://schemas.microsoft.com/office/drawing/2014/main" id="{E881C9CD-D10B-4CDB-B44D-3FBD5D07A516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6" name="Chapter_title">
            <a:extLst>
              <a:ext uri="{FF2B5EF4-FFF2-40B4-BE49-F238E27FC236}">
                <a16:creationId xmlns:a16="http://schemas.microsoft.com/office/drawing/2014/main" id="{EE80FFE3-B9B2-433E-9111-10990FD419A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7200" y="2602896"/>
            <a:ext cx="9268637" cy="2892602"/>
          </a:xfrm>
          <a:ln w="0">
            <a:noFill/>
          </a:ln>
          <a:effectLst/>
        </p:spPr>
        <p:txBody>
          <a:bodyPr anchor="t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4000" b="1" kern="0" cap="none" baseline="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Chapter title</a:t>
            </a:r>
          </a:p>
        </p:txBody>
      </p:sp>
      <p:sp>
        <p:nvSpPr>
          <p:cNvPr id="3" name="RectangleCol">
            <a:extLst>
              <a:ext uri="{FF2B5EF4-FFF2-40B4-BE49-F238E27FC236}">
                <a16:creationId xmlns:a16="http://schemas.microsoft.com/office/drawing/2014/main" id="{5DD958C9-7251-4FEC-9785-C1A6CE9F6847}"/>
              </a:ext>
            </a:extLst>
          </p:cNvPr>
          <p:cNvSpPr>
            <a:spLocks noSelect="1" noChangeAspect="1"/>
          </p:cNvSpPr>
          <p:nvPr userDrawn="1"/>
        </p:nvSpPr>
        <p:spPr>
          <a:xfrm>
            <a:off x="0" y="99"/>
            <a:ext cx="10969625" cy="20556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EAE105-4DC3-4775-A78C-B758C32ACFF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5781" y="98"/>
            <a:ext cx="2207942" cy="2055600"/>
          </a:xfrm>
        </p:spPr>
        <p:txBody>
          <a:bodyPr bIns="72000" anchor="ctr"/>
          <a:lstStyle>
            <a:lvl1pPr marL="0" indent="0">
              <a:lnSpc>
                <a:spcPct val="100000"/>
              </a:lnSpc>
              <a:spcBef>
                <a:spcPts val="500"/>
              </a:spcBef>
              <a:buFontTx/>
              <a:buNone/>
              <a:defRPr sz="15000" b="1" kern="0" baseline="0">
                <a:solidFill>
                  <a:schemeClr val="bg1"/>
                </a:solidFill>
              </a:defRPr>
            </a:lvl1pPr>
            <a:lvl2pPr marL="198000" indent="0">
              <a:buFontTx/>
              <a:buNone/>
              <a:defRPr/>
            </a:lvl2pPr>
            <a:lvl3pPr marL="414000" indent="0">
              <a:buFontTx/>
              <a:buNone/>
              <a:defRPr/>
            </a:lvl3pPr>
            <a:lvl4pPr marL="612000" indent="0">
              <a:buFontTx/>
              <a:buNone/>
              <a:defRPr/>
            </a:lvl4pPr>
            <a:lvl5pPr marL="612000" indent="0">
              <a:buFontTx/>
              <a:buNone/>
              <a:defRPr/>
            </a:lvl5pPr>
          </a:lstStyle>
          <a:p>
            <a:pPr lvl="0"/>
            <a:r>
              <a:rPr lang="en-US"/>
              <a:t>00</a:t>
            </a:r>
          </a:p>
        </p:txBody>
      </p:sp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  <p:sp>
        <p:nvSpPr>
          <p:cNvPr id="2" name="Bosch_footer_conf">
            <a:extLst>
              <a:ext uri="{FF2B5EF4-FFF2-40B4-BE49-F238E27FC236}">
                <a16:creationId xmlns:a16="http://schemas.microsoft.com/office/drawing/2014/main" id="{DB38986C-DCE5-D964-B0BA-9AB589C96711}"/>
              </a:ext>
            </a:extLst>
          </p:cNvPr>
          <p:cNvSpPr txBox="1"/>
          <p:nvPr userDrawn="1"/>
        </p:nvSpPr>
        <p:spPr>
          <a:xfrm>
            <a:off x="547200" y="5688000"/>
            <a:ext cx="9126000" cy="1079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  <a:latin typeface="+mn-lt"/>
              </a:rPr>
              <a:t>Internal C-SC1</a:t>
            </a:r>
            <a:endParaRPr lang="en-US" sz="600" kern="0" baseline="0" noProof="1">
              <a:solidFill>
                <a:schemeClr val="tx1"/>
              </a:solidFill>
              <a:latin typeface="+mn-lt"/>
            </a:endParaRP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2880939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42" userDrawn="1">
          <p15:clr>
            <a:srgbClr val="FBAE40"/>
          </p15:clr>
        </p15:guide>
        <p15:guide id="2" pos="6185" userDrawn="1">
          <p15:clr>
            <a:srgbClr val="FBAE40"/>
          </p15:clr>
        </p15:guide>
        <p15:guide id="3" orient="horz" pos="1639" userDrawn="1">
          <p15:clr>
            <a:srgbClr val="FBAE40"/>
          </p15:clr>
        </p15:guide>
        <p15:guide id="4" orient="horz" pos="3463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vertic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Logo">
            <a:extLst>
              <a:ext uri="{FF2B5EF4-FFF2-40B4-BE49-F238E27FC236}">
                <a16:creationId xmlns:a16="http://schemas.microsoft.com/office/drawing/2014/main" id="{E5083679-3829-4F0B-9E1A-B4E6F314AFD2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6" name="Chapter_title">
            <a:extLst>
              <a:ext uri="{FF2B5EF4-FFF2-40B4-BE49-F238E27FC236}">
                <a16:creationId xmlns:a16="http://schemas.microsoft.com/office/drawing/2014/main" id="{EE80FFE3-B9B2-433E-9111-10990FD419A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79831" y="1200075"/>
            <a:ext cx="7072741" cy="3142785"/>
          </a:xfrm>
          <a:ln w="0">
            <a:noFill/>
          </a:ln>
          <a:effectLst/>
        </p:spPr>
        <p:txBody>
          <a:bodyPr anchor="t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4000" b="1" kern="0" cap="none" baseline="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Chapter title</a:t>
            </a:r>
          </a:p>
        </p:txBody>
      </p:sp>
      <p:sp>
        <p:nvSpPr>
          <p:cNvPr id="3" name="RectangleCol">
            <a:extLst>
              <a:ext uri="{FF2B5EF4-FFF2-40B4-BE49-F238E27FC236}">
                <a16:creationId xmlns:a16="http://schemas.microsoft.com/office/drawing/2014/main" id="{5DD958C9-7251-4FEC-9785-C1A6CE9F6847}"/>
              </a:ext>
            </a:extLst>
          </p:cNvPr>
          <p:cNvSpPr>
            <a:spLocks noSelect="1" noChangeAspect="1"/>
          </p:cNvSpPr>
          <p:nvPr userDrawn="1"/>
        </p:nvSpPr>
        <p:spPr>
          <a:xfrm>
            <a:off x="-1" y="99"/>
            <a:ext cx="2739600" cy="6170514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EAE105-4DC3-4775-A78C-B758C32ACFF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4400" y="99"/>
            <a:ext cx="2207942" cy="2055600"/>
          </a:xfrm>
        </p:spPr>
        <p:txBody>
          <a:bodyPr bIns="72000" anchor="ctr"/>
          <a:lstStyle>
            <a:lvl1pPr marL="0" indent="0">
              <a:lnSpc>
                <a:spcPct val="100000"/>
              </a:lnSpc>
              <a:spcBef>
                <a:spcPts val="500"/>
              </a:spcBef>
              <a:buFontTx/>
              <a:buNone/>
              <a:defRPr sz="15000" b="1" kern="0" baseline="0">
                <a:solidFill>
                  <a:schemeClr val="bg1"/>
                </a:solidFill>
              </a:defRPr>
            </a:lvl1pPr>
            <a:lvl2pPr marL="198000" indent="0">
              <a:buFontTx/>
              <a:buNone/>
              <a:defRPr/>
            </a:lvl2pPr>
            <a:lvl3pPr marL="414000" indent="0">
              <a:buFontTx/>
              <a:buNone/>
              <a:defRPr/>
            </a:lvl3pPr>
            <a:lvl4pPr marL="612000" indent="0">
              <a:buFontTx/>
              <a:buNone/>
              <a:defRPr/>
            </a:lvl4pPr>
            <a:lvl5pPr marL="612000" indent="0">
              <a:buFontTx/>
              <a:buNone/>
              <a:defRPr/>
            </a:lvl5pPr>
          </a:lstStyle>
          <a:p>
            <a:pPr lvl="0"/>
            <a:r>
              <a:rPr lang="en-US"/>
              <a:t>00</a:t>
            </a:r>
          </a:p>
        </p:txBody>
      </p:sp>
      <p:pic>
        <p:nvPicPr>
          <p:cNvPr id="5" name="SuperGraphic">
            <a:extLst>
              <a:ext uri="{FF2B5EF4-FFF2-40B4-BE49-F238E27FC236}">
                <a16:creationId xmlns:a16="http://schemas.microsoft.com/office/drawing/2014/main" id="{B93399BE-B0B2-44B3-8FAE-18A968B3CDA4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0799" y="0"/>
            <a:ext cx="68562" cy="6170613"/>
          </a:xfrm>
          <a:prstGeom prst="rect">
            <a:avLst/>
          </a:prstGeom>
        </p:spPr>
      </p:pic>
      <p:sp>
        <p:nvSpPr>
          <p:cNvPr id="2" name="Bosch_footer_conf">
            <a:extLst>
              <a:ext uri="{FF2B5EF4-FFF2-40B4-BE49-F238E27FC236}">
                <a16:creationId xmlns:a16="http://schemas.microsoft.com/office/drawing/2014/main" id="{9615C293-AF3D-B45D-E4FB-BC09FDE03C19}"/>
              </a:ext>
            </a:extLst>
          </p:cNvPr>
          <p:cNvSpPr txBox="1"/>
          <p:nvPr userDrawn="1"/>
        </p:nvSpPr>
        <p:spPr>
          <a:xfrm>
            <a:off x="3279600" y="5688000"/>
            <a:ext cx="6354000" cy="1079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  <a:latin typeface="+mn-lt"/>
              </a:rPr>
              <a:t>Internal C-SC1</a:t>
            </a:r>
            <a:endParaRPr lang="en-US" sz="600" kern="0" baseline="0" noProof="1">
              <a:solidFill>
                <a:schemeClr val="tx1"/>
              </a:solidFill>
              <a:latin typeface="+mn-lt"/>
            </a:endParaRP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3308143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2064" userDrawn="1">
          <p15:clr>
            <a:srgbClr val="FBAE40"/>
          </p15:clr>
        </p15:guide>
        <p15:guide id="2" pos="6524" userDrawn="1">
          <p15:clr>
            <a:srgbClr val="FBAE40"/>
          </p15:clr>
        </p15:guide>
        <p15:guide id="3" orient="horz" pos="754" userDrawn="1">
          <p15:clr>
            <a:srgbClr val="FBAE40"/>
          </p15:clr>
        </p15:guide>
        <p15:guide id="4" orient="horz" pos="2738" userDrawn="1">
          <p15:clr>
            <a:srgbClr val="FBAE40"/>
          </p15:clr>
        </p15:guide>
        <p15:guide id="5" pos="29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picture without text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">
            <a:extLst>
              <a:ext uri="{FF2B5EF4-FFF2-40B4-BE49-F238E27FC236}">
                <a16:creationId xmlns:a16="http://schemas.microsoft.com/office/drawing/2014/main" id="{926F8EF2-FFD9-4D48-A076-77C0B811BAB0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0"/>
            <a:ext cx="10969625" cy="5536800"/>
          </a:xfrm>
          <a:blipFill dpi="0" rotWithShape="1">
            <a:blip r:embed="rId4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Insert photo</a:t>
            </a:r>
          </a:p>
        </p:txBody>
      </p:sp>
    </p:spTree>
    <p:extLst>
      <p:ext uri="{BB962C8B-B14F-4D97-AF65-F5344CB8AC3E}">
        <p14:creationId xmlns:p14="http://schemas.microsoft.com/office/powerpoint/2010/main" val="765800943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4" orient="horz" pos="3489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picture with text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">
            <a:extLst>
              <a:ext uri="{FF2B5EF4-FFF2-40B4-BE49-F238E27FC236}">
                <a16:creationId xmlns:a16="http://schemas.microsoft.com/office/drawing/2014/main" id="{B77066FA-8AE8-47E2-8A79-1355389EE471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E3AE72B7-66D7-4755-9A92-9BAA3A80886F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0"/>
            <a:ext cx="10969625" cy="5536800"/>
          </a:xfrm>
          <a:blipFill dpi="0" rotWithShape="1">
            <a:blip r:embed="rId4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Insert photo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46B548-69AA-497B-BD64-E14E4F9EA5F6}"/>
              </a:ext>
            </a:extLst>
          </p:cNvPr>
          <p:cNvSpPr>
            <a:spLocks noGrp="1"/>
          </p:cNvSpPr>
          <p:nvPr>
            <p:ph type="body" sz="quarter" idx="2" hasCustomPrompt="1"/>
          </p:nvPr>
        </p:nvSpPr>
        <p:spPr>
          <a:xfrm>
            <a:off x="406800" y="1036800"/>
            <a:ext cx="3780000" cy="2484000"/>
          </a:xfrm>
          <a:solidFill>
            <a:schemeClr val="bg1"/>
          </a:solidFill>
        </p:spPr>
        <p:txBody>
          <a:bodyPr lIns="252000" tIns="216000" rIns="252000" bIns="216000">
            <a:normAutofit/>
          </a:bodyPr>
          <a:lstStyle>
            <a:lvl1pPr marL="0" indent="0">
              <a:buFontTx/>
              <a:buNone/>
              <a:defRPr/>
            </a:lvl1pPr>
            <a:lvl2pPr marL="198000" indent="0">
              <a:buFontTx/>
              <a:buNone/>
              <a:defRPr/>
            </a:lvl2pPr>
            <a:lvl3pPr marL="414000" indent="0">
              <a:buFontTx/>
              <a:buNone/>
              <a:defRPr/>
            </a:lvl3pPr>
            <a:lvl4pPr marL="612000" indent="0">
              <a:buFontTx/>
              <a:buNone/>
              <a:defRPr/>
            </a:lvl4pPr>
            <a:lvl5pPr marL="612000" indent="0">
              <a:buFontTx/>
              <a:buNone/>
              <a:defRPr/>
            </a:lvl5pPr>
          </a:lstStyle>
          <a:p>
            <a:pPr lvl="0"/>
            <a:r>
              <a:rPr lang="en-US" noProof="1"/>
              <a:t>Add Text</a:t>
            </a:r>
          </a:p>
        </p:txBody>
      </p:sp>
    </p:spTree>
    <p:extLst>
      <p:ext uri="{BB962C8B-B14F-4D97-AF65-F5344CB8AC3E}">
        <p14:creationId xmlns:p14="http://schemas.microsoft.com/office/powerpoint/2010/main" val="76489657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4" orient="horz" pos="3489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lit horizont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Logo">
            <a:extLst>
              <a:ext uri="{FF2B5EF4-FFF2-40B4-BE49-F238E27FC236}">
                <a16:creationId xmlns:a16="http://schemas.microsoft.com/office/drawing/2014/main" id="{1630DC1C-C3C8-477E-AC19-4DC706EB4992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0"/>
            <a:ext cx="10969625" cy="3085200"/>
          </a:xfrm>
          <a:blipFill dpi="0" rotWithShape="1">
            <a:blip r:embed="rId4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Insert photo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990CB4FC-C276-4DB5-A6E3-49DD9BC66B63}"/>
              </a:ext>
            </a:extLst>
          </p:cNvPr>
          <p:cNvSpPr>
            <a:spLocks noGrp="1"/>
          </p:cNvSpPr>
          <p:nvPr>
            <p:ph type="body" sz="quarter" idx="2" hasCustomPrompt="1"/>
          </p:nvPr>
        </p:nvSpPr>
        <p:spPr>
          <a:xfrm>
            <a:off x="205199" y="3495705"/>
            <a:ext cx="10558800" cy="2041094"/>
          </a:xfr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/>
            </a:lvl1pPr>
            <a:lvl2pPr marL="198000" indent="0">
              <a:buFontTx/>
              <a:buNone/>
              <a:defRPr/>
            </a:lvl2pPr>
            <a:lvl3pPr marL="414000" indent="0">
              <a:buFontTx/>
              <a:buNone/>
              <a:defRPr/>
            </a:lvl3pPr>
            <a:lvl4pPr marL="612000" indent="0">
              <a:buFontTx/>
              <a:buNone/>
              <a:defRPr/>
            </a:lvl4pPr>
            <a:lvl5pPr marL="612000" indent="0">
              <a:buFontTx/>
              <a:buNone/>
              <a:defRPr/>
            </a:lvl5pPr>
          </a:lstStyle>
          <a:p>
            <a:pPr lvl="0"/>
            <a:r>
              <a:rPr lang="en-US" noProof="1"/>
              <a:t>Add Text</a:t>
            </a:r>
          </a:p>
        </p:txBody>
      </p:sp>
    </p:spTree>
    <p:extLst>
      <p:ext uri="{BB962C8B-B14F-4D97-AF65-F5344CB8AC3E}">
        <p14:creationId xmlns:p14="http://schemas.microsoft.com/office/powerpoint/2010/main" val="83206144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949" userDrawn="1">
          <p15:clr>
            <a:srgbClr val="FBAE40"/>
          </p15:clr>
        </p15:guide>
        <p15:guide id="4" orient="horz" pos="3489" userDrawn="1">
          <p15:clr>
            <a:srgbClr val="FBAE40"/>
          </p15:clr>
        </p15:guide>
        <p15:guide id="5" orient="horz" pos="220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lit vertic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Logo">
            <a:extLst>
              <a:ext uri="{FF2B5EF4-FFF2-40B4-BE49-F238E27FC236}">
                <a16:creationId xmlns:a16="http://schemas.microsoft.com/office/drawing/2014/main" id="{FD4E5E48-387B-4CE0-80BE-1097F697DAD5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0"/>
            <a:ext cx="5486400" cy="6170400"/>
          </a:xfrm>
          <a:blipFill dpi="0" rotWithShape="1">
            <a:blip r:embed="rId3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Insert photo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D6647D1E-89E9-4244-B52F-555902731C7A}"/>
              </a:ext>
            </a:extLst>
          </p:cNvPr>
          <p:cNvSpPr>
            <a:spLocks noGrp="1"/>
          </p:cNvSpPr>
          <p:nvPr>
            <p:ph type="body" sz="quarter" idx="2" hasCustomPrompt="1"/>
          </p:nvPr>
        </p:nvSpPr>
        <p:spPr>
          <a:xfrm>
            <a:off x="5895302" y="410492"/>
            <a:ext cx="4596486" cy="5126308"/>
          </a:xfr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/>
            </a:lvl1pPr>
            <a:lvl2pPr marL="198000" indent="0">
              <a:buFontTx/>
              <a:buNone/>
              <a:defRPr/>
            </a:lvl2pPr>
            <a:lvl3pPr marL="414000" indent="0">
              <a:buFontTx/>
              <a:buNone/>
              <a:defRPr/>
            </a:lvl3pPr>
            <a:lvl4pPr marL="612000" indent="0">
              <a:buFontTx/>
              <a:buNone/>
              <a:defRPr/>
            </a:lvl4pPr>
            <a:lvl5pPr marL="612000" indent="0">
              <a:buFontTx/>
              <a:buNone/>
              <a:defRPr/>
            </a:lvl5pPr>
          </a:lstStyle>
          <a:p>
            <a:pPr lvl="0"/>
            <a:r>
              <a:rPr lang="en-US" noProof="1"/>
              <a:t>Add Text</a:t>
            </a:r>
          </a:p>
        </p:txBody>
      </p:sp>
      <p:pic>
        <p:nvPicPr>
          <p:cNvPr id="6" name="SuperGraphic">
            <a:extLst>
              <a:ext uri="{FF2B5EF4-FFF2-40B4-BE49-F238E27FC236}">
                <a16:creationId xmlns:a16="http://schemas.microsoft.com/office/drawing/2014/main" id="{2D38AACD-EB97-4B81-ACAA-2074E22BBC01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0799" y="0"/>
            <a:ext cx="68562" cy="6170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70059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456" userDrawn="1">
          <p15:clr>
            <a:srgbClr val="FBAE40"/>
          </p15:clr>
        </p15:guide>
        <p15:guide id="2" pos="6609" userDrawn="1">
          <p15:clr>
            <a:srgbClr val="FBAE40"/>
          </p15:clr>
        </p15:guide>
        <p15:guide id="3" orient="horz" pos="257" userDrawn="1">
          <p15:clr>
            <a:srgbClr val="FBAE40"/>
          </p15:clr>
        </p15:guide>
        <p15:guide id="4" orient="horz" pos="3489" userDrawn="1">
          <p15:clr>
            <a:srgbClr val="FBAE40"/>
          </p15:clr>
        </p15:guide>
        <p15:guide id="5" pos="3713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 logo horizont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-1"/>
            <a:ext cx="10969625" cy="6102967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Insert photo</a:t>
            </a:r>
          </a:p>
        </p:txBody>
      </p:sp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  <p:sp>
        <p:nvSpPr>
          <p:cNvPr id="6" name="Logo">
            <a:extLst>
              <a:ext uri="{FF2B5EF4-FFF2-40B4-BE49-F238E27FC236}">
                <a16:creationId xmlns:a16="http://schemas.microsoft.com/office/drawing/2014/main" id="{0C8D7868-566A-E406-AA76-0F7E438D3810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9672212" y="5561282"/>
            <a:ext cx="1231531" cy="506144"/>
          </a:xfrm>
          <a:blipFill>
            <a:blip r:embed="rId4"/>
            <a:stretch>
              <a:fillRect/>
            </a:stretch>
          </a:blipFill>
        </p:spPr>
        <p:txBody>
          <a:bodyPr anchor="t" anchorCtr="0"/>
          <a:lstStyle>
            <a:lvl1pPr marL="0" indent="0" algn="l">
              <a:buFontTx/>
              <a:buNone/>
              <a:defRPr sz="100">
                <a:noFill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 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51357742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4" orient="horz" pos="3844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 logo vertic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-1" y="0"/>
            <a:ext cx="10899775" cy="6170400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Insert photo</a:t>
            </a:r>
          </a:p>
        </p:txBody>
      </p:sp>
      <p:pic>
        <p:nvPicPr>
          <p:cNvPr id="6" name="SuperGraphic">
            <a:extLst>
              <a:ext uri="{FF2B5EF4-FFF2-40B4-BE49-F238E27FC236}">
                <a16:creationId xmlns:a16="http://schemas.microsoft.com/office/drawing/2014/main" id="{2D38AACD-EB97-4B81-ACAA-2074E22BBC01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0799" y="0"/>
            <a:ext cx="68562" cy="6170613"/>
          </a:xfrm>
          <a:prstGeom prst="rect">
            <a:avLst/>
          </a:prstGeom>
        </p:spPr>
      </p:pic>
      <p:sp>
        <p:nvSpPr>
          <p:cNvPr id="2" name="Logo">
            <a:extLst>
              <a:ext uri="{FF2B5EF4-FFF2-40B4-BE49-F238E27FC236}">
                <a16:creationId xmlns:a16="http://schemas.microsoft.com/office/drawing/2014/main" id="{F002D116-88B8-2720-FAAC-860765E59F72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9672212" y="5561282"/>
            <a:ext cx="1231531" cy="506144"/>
          </a:xfrm>
          <a:blipFill>
            <a:blip r:embed="rId4"/>
            <a:stretch>
              <a:fillRect/>
            </a:stretch>
          </a:blipFill>
        </p:spPr>
        <p:txBody>
          <a:bodyPr anchor="t" anchorCtr="0"/>
          <a:lstStyle>
            <a:lvl1pPr marL="0" indent="0" algn="l">
              <a:buFontTx/>
              <a:buNone/>
              <a:defRPr sz="100">
                <a:noFill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 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8232102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2" pos="6866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 Content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DE43D273-A15E-4B64-AFD2-1388D749B6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15" name="Chapter_titleonly">
            <a:extLst>
              <a:ext uri="{FF2B5EF4-FFF2-40B4-BE49-F238E27FC236}">
                <a16:creationId xmlns:a16="http://schemas.microsoft.com/office/drawing/2014/main" id="{5B281E01-A653-4813-BC65-8900B31D115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0" name="AttachmentRemark">
            <a:extLst>
              <a:ext uri="{FF2B5EF4-FFF2-40B4-BE49-F238E27FC236}">
                <a16:creationId xmlns:a16="http://schemas.microsoft.com/office/drawing/2014/main" id="{8883D326-CEAD-4903-8269-B2D194C3C224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4D46C5CB-CB38-4AD2-99D2-34C738DF30C0}"/>
              </a:ext>
            </a:extLst>
          </p:cNvPr>
          <p:cNvSpPr>
            <a:spLocks noGrp="1"/>
          </p:cNvSpPr>
          <p:nvPr>
            <p:ph sz="quarter" idx="1" hasCustomPrompt="1"/>
          </p:nvPr>
        </p:nvSpPr>
        <p:spPr>
          <a:xfrm>
            <a:off x="205200" y="1296000"/>
            <a:ext cx="105588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83261F3-E57F-4170-BD7E-F44931BED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8977382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Vertical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hapter_titleonly">
            <a:extLst>
              <a:ext uri="{FF2B5EF4-FFF2-40B4-BE49-F238E27FC236}">
                <a16:creationId xmlns:a16="http://schemas.microsoft.com/office/drawing/2014/main" id="{E29BFEC5-7639-4AE9-A818-5EB7EC3C9C5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E99B80D-00FD-40C8-B929-FA71A2E035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49140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5853600" y="1295999"/>
            <a:ext cx="49140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2" name="AttachmentRemark">
            <a:extLst>
              <a:ext uri="{FF2B5EF4-FFF2-40B4-BE49-F238E27FC236}">
                <a16:creationId xmlns:a16="http://schemas.microsoft.com/office/drawing/2014/main" id="{0193DB20-8E77-4A05-AA77-554F32E8990F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A6EE88F-E97F-46A3-8AB7-354C833CF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27876012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pos="3225" userDrawn="1">
          <p15:clr>
            <a:srgbClr val="FBAE40"/>
          </p15:clr>
        </p15:guide>
        <p15:guide id="9" pos="3687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3 Vertical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hapter_titleonly">
            <a:extLst>
              <a:ext uri="{FF2B5EF4-FFF2-40B4-BE49-F238E27FC236}">
                <a16:creationId xmlns:a16="http://schemas.microsoft.com/office/drawing/2014/main" id="{7CCAFAD8-87FF-4E8A-B13E-2709A28399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213B860-B040-4AA5-BCCF-91A137076F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31680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7" name="Content Placeholder 2">
            <a:extLst>
              <a:ext uri="{FF2B5EF4-FFF2-40B4-BE49-F238E27FC236}">
                <a16:creationId xmlns:a16="http://schemas.microsoft.com/office/drawing/2014/main" id="{3F3E027D-9EE5-4C12-9974-36EA025C350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00600" y="1296000"/>
            <a:ext cx="31680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7596000" y="1295999"/>
            <a:ext cx="31680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3" name="AttachmentRemark">
            <a:extLst>
              <a:ext uri="{FF2B5EF4-FFF2-40B4-BE49-F238E27FC236}">
                <a16:creationId xmlns:a16="http://schemas.microsoft.com/office/drawing/2014/main" id="{79759149-285E-4F0E-938E-7199B34084BE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1F85651-AA1F-4EE5-A69C-0361B9A97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20052008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pos="2126" userDrawn="1">
          <p15:clr>
            <a:srgbClr val="FBAE40"/>
          </p15:clr>
        </p15:guide>
        <p15:guide id="9" pos="2455" userDrawn="1">
          <p15:clr>
            <a:srgbClr val="FBAE40"/>
          </p15:clr>
        </p15:guide>
        <p15:guide id="10" pos="4453" userDrawn="1">
          <p15:clr>
            <a:srgbClr val="FBAE40"/>
          </p15:clr>
        </p15:guide>
        <p15:guide id="11" pos="4782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4 Vertical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hapter_titleonly">
            <a:extLst>
              <a:ext uri="{FF2B5EF4-FFF2-40B4-BE49-F238E27FC236}">
                <a16:creationId xmlns:a16="http://schemas.microsoft.com/office/drawing/2014/main" id="{85E4898A-B45B-416F-8A7F-E57751056EE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A33F6F31-B924-4EAD-BDA8-332AAD2C41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5399"/>
            <a:ext cx="25416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2877600" y="1295400"/>
            <a:ext cx="25416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5550000" y="1295399"/>
            <a:ext cx="25416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half" idx="4" hasCustomPrompt="1"/>
          </p:nvPr>
        </p:nvSpPr>
        <p:spPr>
          <a:xfrm>
            <a:off x="8222400" y="1295400"/>
            <a:ext cx="25416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4" name="AttachmentRemark">
            <a:extLst>
              <a:ext uri="{FF2B5EF4-FFF2-40B4-BE49-F238E27FC236}">
                <a16:creationId xmlns:a16="http://schemas.microsoft.com/office/drawing/2014/main" id="{3A9A741C-7644-4810-ABAF-465822FC0D76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E68EDC3-D46C-4E18-BC78-B9478A7BD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7631146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pos="1731" userDrawn="1">
          <p15:clr>
            <a:srgbClr val="FBAE40"/>
          </p15:clr>
        </p15:guide>
        <p15:guide id="9" pos="1810" userDrawn="1">
          <p15:clr>
            <a:srgbClr val="FBAE40"/>
          </p15:clr>
        </p15:guide>
        <p15:guide id="10" pos="3417" userDrawn="1">
          <p15:clr>
            <a:srgbClr val="FBAE40"/>
          </p15:clr>
        </p15:guide>
        <p15:guide id="11" pos="3495" userDrawn="1">
          <p15:clr>
            <a:srgbClr val="FBAE40"/>
          </p15:clr>
        </p15:guide>
        <p15:guide id="12" pos="5098" userDrawn="1">
          <p15:clr>
            <a:srgbClr val="FBAE40"/>
          </p15:clr>
        </p15:guide>
        <p15:guide id="13" pos="5177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2 Horizontal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hapter_titleonly">
            <a:extLst>
              <a:ext uri="{FF2B5EF4-FFF2-40B4-BE49-F238E27FC236}">
                <a16:creationId xmlns:a16="http://schemas.microsoft.com/office/drawing/2014/main" id="{9398DDFA-1939-498B-8921-7DDB40481F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B79D08E-37B8-49BA-9E18-ED577CD999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105588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205200" y="3481200"/>
            <a:ext cx="105588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2" name="AttachmentRemark">
            <a:extLst>
              <a:ext uri="{FF2B5EF4-FFF2-40B4-BE49-F238E27FC236}">
                <a16:creationId xmlns:a16="http://schemas.microsoft.com/office/drawing/2014/main" id="{2E7C0809-54C2-4B00-97B9-AEB55C54DF36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337342F-2EB7-4EB1-963F-314A664F0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3956372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orient="horz" pos="2113" userDrawn="1">
          <p15:clr>
            <a:srgbClr val="FBAE40"/>
          </p15:clr>
        </p15:guide>
        <p15:guide id="9" orient="horz" pos="2192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2 x 2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hapter_titleonly">
            <a:extLst>
              <a:ext uri="{FF2B5EF4-FFF2-40B4-BE49-F238E27FC236}">
                <a16:creationId xmlns:a16="http://schemas.microsoft.com/office/drawing/2014/main" id="{90C8652B-1F43-4467-AC53-668A8D3D470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EFDBB36D-E1FF-4336-B805-B8B7F4B25A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4914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3" hasCustomPrompt="1"/>
          </p:nvPr>
        </p:nvSpPr>
        <p:spPr>
          <a:xfrm>
            <a:off x="5850000" y="1295999"/>
            <a:ext cx="4914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205200" y="3481200"/>
            <a:ext cx="4914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half" idx="4" hasCustomPrompt="1"/>
          </p:nvPr>
        </p:nvSpPr>
        <p:spPr>
          <a:xfrm>
            <a:off x="5850000" y="3481200"/>
            <a:ext cx="4914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4" name="AttachmentRemark">
            <a:extLst>
              <a:ext uri="{FF2B5EF4-FFF2-40B4-BE49-F238E27FC236}">
                <a16:creationId xmlns:a16="http://schemas.microsoft.com/office/drawing/2014/main" id="{43F0E5D0-784C-433E-AAB0-40D43C1BCBAB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85D5130-F453-4F60-9091-CC67A9512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519359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orient="horz" pos="2113" userDrawn="1">
          <p15:clr>
            <a:srgbClr val="FBAE40"/>
          </p15:clr>
        </p15:guide>
        <p15:guide id="9" orient="horz" pos="2192" userDrawn="1">
          <p15:clr>
            <a:srgbClr val="FBAE40"/>
          </p15:clr>
        </p15:guide>
        <p15:guide id="10" pos="3225" userDrawn="1">
          <p15:clr>
            <a:srgbClr val="FBAE40"/>
          </p15:clr>
        </p15:guide>
        <p15:guide id="11" pos="3683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3 x 2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hapter_titleonly">
            <a:extLst>
              <a:ext uri="{FF2B5EF4-FFF2-40B4-BE49-F238E27FC236}">
                <a16:creationId xmlns:a16="http://schemas.microsoft.com/office/drawing/2014/main" id="{FEDBFC76-9F59-4A18-8E8B-EDDF9CC208B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0226D581-60F4-440B-A410-F6582BC0DC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3" hasCustomPrompt="1"/>
          </p:nvPr>
        </p:nvSpPr>
        <p:spPr>
          <a:xfrm>
            <a:off x="3900600" y="1295999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5" hasCustomPrompt="1"/>
          </p:nvPr>
        </p:nvSpPr>
        <p:spPr>
          <a:xfrm>
            <a:off x="7596000" y="1295999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half" idx="2" hasCustomPrompt="1"/>
          </p:nvPr>
        </p:nvSpPr>
        <p:spPr>
          <a:xfrm>
            <a:off x="205200" y="3481200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0" name="Content Placeholder 5"/>
          <p:cNvSpPr>
            <a:spLocks noGrp="1"/>
          </p:cNvSpPr>
          <p:nvPr>
            <p:ph sz="half" idx="4" hasCustomPrompt="1"/>
          </p:nvPr>
        </p:nvSpPr>
        <p:spPr>
          <a:xfrm>
            <a:off x="3900600" y="3481200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1" name="Content Placeholder 6"/>
          <p:cNvSpPr>
            <a:spLocks noGrp="1"/>
          </p:cNvSpPr>
          <p:nvPr>
            <p:ph sz="half" idx="6" hasCustomPrompt="1"/>
          </p:nvPr>
        </p:nvSpPr>
        <p:spPr>
          <a:xfrm>
            <a:off x="7596000" y="3481200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6" name="AttachmentRemark">
            <a:extLst>
              <a:ext uri="{FF2B5EF4-FFF2-40B4-BE49-F238E27FC236}">
                <a16:creationId xmlns:a16="http://schemas.microsoft.com/office/drawing/2014/main" id="{C680F8C7-4715-4E6C-829A-E87F16C03BB3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C4D98D-B6D0-4EAC-B595-B1B3F34F7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4825772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pos="2126" userDrawn="1">
          <p15:clr>
            <a:srgbClr val="FBAE40"/>
          </p15:clr>
        </p15:guide>
        <p15:guide id="9" pos="2457" userDrawn="1">
          <p15:clr>
            <a:srgbClr val="FBAE40"/>
          </p15:clr>
        </p15:guide>
        <p15:guide id="10" pos="4453" userDrawn="1">
          <p15:clr>
            <a:srgbClr val="FBAE40"/>
          </p15:clr>
        </p15:guide>
        <p15:guide id="11" pos="4782" userDrawn="1">
          <p15:clr>
            <a:srgbClr val="FBAE40"/>
          </p15:clr>
        </p15:guide>
        <p15:guide id="12" orient="horz" pos="2113" userDrawn="1">
          <p15:clr>
            <a:srgbClr val="FBAE40"/>
          </p15:clr>
        </p15:guide>
        <p15:guide id="13" orient="horz" pos="2192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4 x 2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hapter_titleonly">
            <a:extLst>
              <a:ext uri="{FF2B5EF4-FFF2-40B4-BE49-F238E27FC236}">
                <a16:creationId xmlns:a16="http://schemas.microsoft.com/office/drawing/2014/main" id="{20D581F7-7281-48B4-B67B-7228F84F398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C7544615-D17B-4350-B517-7E469AC91A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3" hasCustomPrompt="1"/>
          </p:nvPr>
        </p:nvSpPr>
        <p:spPr>
          <a:xfrm>
            <a:off x="2877600" y="1295999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58468F8D-277D-4F1A-84A1-62122010643F}"/>
              </a:ext>
            </a:extLst>
          </p:cNvPr>
          <p:cNvSpPr>
            <a:spLocks noGrp="1"/>
          </p:cNvSpPr>
          <p:nvPr>
            <p:ph sz="half" idx="5" hasCustomPrompt="1"/>
          </p:nvPr>
        </p:nvSpPr>
        <p:spPr>
          <a:xfrm>
            <a:off x="5550000" y="12960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4"/>
          <p:cNvSpPr>
            <a:spLocks noGrp="1"/>
          </p:cNvSpPr>
          <p:nvPr>
            <p:ph sz="half" idx="7" hasCustomPrompt="1"/>
          </p:nvPr>
        </p:nvSpPr>
        <p:spPr>
          <a:xfrm>
            <a:off x="8222400" y="1295999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half" idx="2" hasCustomPrompt="1"/>
          </p:nvPr>
        </p:nvSpPr>
        <p:spPr>
          <a:xfrm>
            <a:off x="205200" y="34812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0" name="Content Placeholder 6"/>
          <p:cNvSpPr>
            <a:spLocks noGrp="1"/>
          </p:cNvSpPr>
          <p:nvPr>
            <p:ph sz="half" idx="4" hasCustomPrompt="1"/>
          </p:nvPr>
        </p:nvSpPr>
        <p:spPr>
          <a:xfrm>
            <a:off x="2877600" y="34812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8" name="Content Placeholder 7">
            <a:extLst>
              <a:ext uri="{FF2B5EF4-FFF2-40B4-BE49-F238E27FC236}">
                <a16:creationId xmlns:a16="http://schemas.microsoft.com/office/drawing/2014/main" id="{B143799E-2832-49D7-9953-45BACACA7549}"/>
              </a:ext>
            </a:extLst>
          </p:cNvPr>
          <p:cNvSpPr>
            <a:spLocks noGrp="1"/>
          </p:cNvSpPr>
          <p:nvPr>
            <p:ph sz="half" idx="6" hasCustomPrompt="1"/>
          </p:nvPr>
        </p:nvSpPr>
        <p:spPr>
          <a:xfrm>
            <a:off x="5550000" y="34812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1" name="Content Placeholder 8"/>
          <p:cNvSpPr>
            <a:spLocks noGrp="1"/>
          </p:cNvSpPr>
          <p:nvPr>
            <p:ph sz="half" idx="8" hasCustomPrompt="1"/>
          </p:nvPr>
        </p:nvSpPr>
        <p:spPr>
          <a:xfrm>
            <a:off x="8222400" y="34812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21" name="AttachmentRemark">
            <a:extLst>
              <a:ext uri="{FF2B5EF4-FFF2-40B4-BE49-F238E27FC236}">
                <a16:creationId xmlns:a16="http://schemas.microsoft.com/office/drawing/2014/main" id="{60F530EA-2EFB-4DC6-BA26-465D18FD265B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FE2449-86F7-413D-AD74-17B8BDC57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33714214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orient="horz" pos="2113" userDrawn="1">
          <p15:clr>
            <a:srgbClr val="FBAE40"/>
          </p15:clr>
        </p15:guide>
        <p15:guide id="9" orient="horz" pos="2192" userDrawn="1">
          <p15:clr>
            <a:srgbClr val="FBAE40"/>
          </p15:clr>
        </p15:guide>
        <p15:guide id="10" pos="1731" userDrawn="1">
          <p15:clr>
            <a:srgbClr val="FBAE40"/>
          </p15:clr>
        </p15:guide>
        <p15:guide id="11" pos="1810" userDrawn="1">
          <p15:clr>
            <a:srgbClr val="FBAE40"/>
          </p15:clr>
        </p15:guide>
        <p15:guide id="12" pos="3416" userDrawn="1">
          <p15:clr>
            <a:srgbClr val="FBAE40"/>
          </p15:clr>
        </p15:guide>
        <p15:guide id="13" pos="3497" userDrawn="1">
          <p15:clr>
            <a:srgbClr val="FBAE40"/>
          </p15:clr>
        </p15:guide>
        <p15:guide id="14" pos="5098" userDrawn="1">
          <p15:clr>
            <a:srgbClr val="FBAE40"/>
          </p15:clr>
        </p15:guide>
        <p15:guide id="15" pos="5177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only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pter_titleonly"/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0" name="AttachmentRemark">
            <a:extLst>
              <a:ext uri="{FF2B5EF4-FFF2-40B4-BE49-F238E27FC236}">
                <a16:creationId xmlns:a16="http://schemas.microsoft.com/office/drawing/2014/main" id="{8883D326-CEAD-4903-8269-B2D194C3C224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CC74776-286D-45CF-B42A-A491ED08BE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Add Slide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D4A29A7-9E35-4523-8421-38341F67C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28222744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ttachmentRemark">
            <a:extLst>
              <a:ext uri="{FF2B5EF4-FFF2-40B4-BE49-F238E27FC236}">
                <a16:creationId xmlns:a16="http://schemas.microsoft.com/office/drawing/2014/main" id="{C868D9BE-A299-4D0B-87AF-B491FAE5FD28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0A8589-A8D2-4132-B89B-2FADFC125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0745518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Logo">
            <a:extLst>
              <a:ext uri="{FF2B5EF4-FFF2-40B4-BE49-F238E27FC236}">
                <a16:creationId xmlns:a16="http://schemas.microsoft.com/office/drawing/2014/main" id="{F38A617B-35DF-43CE-B5F7-67FA9A7F2474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5200" y="648000"/>
            <a:ext cx="10558800" cy="388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1"/>
              <a:t>Add Slide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5200" y="1296000"/>
            <a:ext cx="10558800" cy="4240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205200" y="5666400"/>
            <a:ext cx="288290" cy="41021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>
                <a:solidFill>
                  <a:srgbClr val="999FA6"/>
                </a:solidFill>
                <a:latin typeface="+mn-lt"/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sp>
        <p:nvSpPr>
          <p:cNvPr id="14" name="Bosch_footer_1">
            <a:extLst>
              <a:ext uri="{FF2B5EF4-FFF2-40B4-BE49-F238E27FC236}">
                <a16:creationId xmlns:a16="http://schemas.microsoft.com/office/drawing/2014/main" id="{179AD5EC-CEF2-4193-998B-D730BC74E01B}"/>
              </a:ext>
            </a:extLst>
          </p:cNvPr>
          <p:cNvSpPr txBox="1"/>
          <p:nvPr userDrawn="1"/>
        </p:nvSpPr>
        <p:spPr>
          <a:xfrm>
            <a:off x="547200" y="5688000"/>
            <a:ext cx="9126000" cy="1079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  <a:latin typeface="+mn-lt"/>
              </a:rPr>
              <a:t>Internal C-SC1</a:t>
            </a:r>
            <a:r>
              <a:rPr lang="en-US" sz="600" kern="0" baseline="0" noProof="1">
                <a:solidFill>
                  <a:schemeClr val="tx1"/>
                </a:solidFill>
                <a:latin typeface="+mn-lt"/>
              </a:rPr>
              <a:t> | BGSW/ISP-CS | 2026-05-21</a:t>
            </a: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8" name="Bosch_footer_2">
            <a:extLst>
              <a:ext uri="{FF2B5EF4-FFF2-40B4-BE49-F238E27FC236}">
                <a16:creationId xmlns:a16="http://schemas.microsoft.com/office/drawing/2014/main" id="{C3D77AD5-379C-4A86-AFCF-32945A0FEE26}"/>
              </a:ext>
            </a:extLst>
          </p:cNvPr>
          <p:cNvSpPr txBox="1"/>
          <p:nvPr userDrawn="1"/>
        </p:nvSpPr>
        <p:spPr>
          <a:xfrm>
            <a:off x="547200" y="5793901"/>
            <a:ext cx="9126000" cy="215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20000"/>
              </a:lnSpc>
              <a:spcAft>
                <a:spcPts val="100"/>
              </a:spcAft>
            </a:pPr>
            <a:r>
              <a:rPr lang="en-US" sz="600" kern="0" baseline="0" noProof="1">
                <a:solidFill>
                  <a:srgbClr val="B2B3B5"/>
                </a:solidFill>
                <a:latin typeface="+mn-lt"/>
              </a:rPr>
              <a:t>© Robert Bosch GmbH 2026. All rights reserved, also regarding any disposal, exploitation, reproduction, editing, distribution, as well as in the event of applications for industrial property rights.</a:t>
            </a:r>
          </a:p>
        </p:txBody>
      </p:sp>
      <p:sp>
        <p:nvSpPr>
          <p:cNvPr id="15" name="Bosch_footer_1" hidden="1">
            <a:extLst>
              <a:ext uri="{FF2B5EF4-FFF2-40B4-BE49-F238E27FC236}">
                <a16:creationId xmlns:a16="http://schemas.microsoft.com/office/drawing/2014/main" id="{DB0BF576-A4BE-4521-98AB-F28795DF7BD0}"/>
              </a:ext>
            </a:extLst>
          </p:cNvPr>
          <p:cNvSpPr txBox="1"/>
          <p:nvPr userDrawn="1"/>
        </p:nvSpPr>
        <p:spPr>
          <a:xfrm>
            <a:off x="816069" y="5383543"/>
            <a:ext cx="9154800" cy="108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</a:rPr>
              <a:t>%classification%</a:t>
            </a:r>
            <a:r>
              <a:rPr lang="en-US" sz="600" kern="0" baseline="0" noProof="1">
                <a:solidFill>
                  <a:schemeClr val="tx1"/>
                </a:solidFill>
              </a:rPr>
              <a:t>%businessunit%%departmentshort%%dateformat%</a:t>
            </a:r>
          </a:p>
        </p:txBody>
      </p:sp>
      <p:sp>
        <p:nvSpPr>
          <p:cNvPr id="9" name="Bosch_footer_2" hidden="1">
            <a:extLst>
              <a:ext uri="{FF2B5EF4-FFF2-40B4-BE49-F238E27FC236}">
                <a16:creationId xmlns:a16="http://schemas.microsoft.com/office/drawing/2014/main" id="{E897C98A-4665-443F-B1CF-E9B71E9916EC}"/>
              </a:ext>
            </a:extLst>
          </p:cNvPr>
          <p:cNvSpPr txBox="1"/>
          <p:nvPr userDrawn="1"/>
        </p:nvSpPr>
        <p:spPr>
          <a:xfrm>
            <a:off x="593090" y="5748656"/>
            <a:ext cx="9152890" cy="215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20000"/>
              </a:lnSpc>
              <a:spcAft>
                <a:spcPts val="100"/>
              </a:spcAft>
            </a:pPr>
            <a:r>
              <a:rPr lang="en-US" sz="600" kern="0" baseline="0" noProof="1">
                <a:solidFill>
                  <a:schemeClr val="tx1"/>
                </a:solidFill>
              </a:rPr>
              <a:t>%repositoryremark%</a:t>
            </a:r>
            <a:r>
              <a:rPr lang="en-US" sz="600" kern="0" baseline="0" noProof="1">
                <a:solidFill>
                  <a:srgbClr val="B2B3B5"/>
                </a:solidFill>
              </a:rPr>
              <a:t>%copyright%</a:t>
            </a:r>
          </a:p>
        </p:txBody>
      </p:sp>
      <p:sp>
        <p:nvSpPr>
          <p:cNvPr id="5" name="Bosch_footer_conf" hidden="1">
            <a:extLst>
              <a:ext uri="{FF2B5EF4-FFF2-40B4-BE49-F238E27FC236}">
                <a16:creationId xmlns:a16="http://schemas.microsoft.com/office/drawing/2014/main" id="{F284BCA6-6C15-7058-29DB-AB9000B6F1CF}"/>
              </a:ext>
            </a:extLst>
          </p:cNvPr>
          <p:cNvSpPr txBox="1"/>
          <p:nvPr userDrawn="1"/>
        </p:nvSpPr>
        <p:spPr>
          <a:xfrm>
            <a:off x="816069" y="5168593"/>
            <a:ext cx="9154800" cy="108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</a:rPr>
              <a:t>%classification%</a:t>
            </a:r>
            <a:endParaRPr lang="en-US" sz="600" kern="0" baseline="0" noProof="1">
              <a:solidFill>
                <a:schemeClr val="tx1"/>
              </a:solidFill>
            </a:endParaRPr>
          </a:p>
        </p:txBody>
      </p:sp>
      <p:sp>
        <p:nvSpPr>
          <p:cNvPr id="13" name="AttachmentRemark" hidden="1">
            <a:extLst>
              <a:ext uri="{FF2B5EF4-FFF2-40B4-BE49-F238E27FC236}">
                <a16:creationId xmlns:a16="http://schemas.microsoft.com/office/drawing/2014/main" id="{F41551A9-D6BA-431A-8DBF-55BA472D9657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%attachmentremark% </a:t>
            </a:r>
          </a:p>
        </p:txBody>
      </p:sp>
      <p:pic>
        <p:nvPicPr>
          <p:cNvPr id="12" name="SuperGraphic">
            <a:extLst>
              <a:ext uri="{FF2B5EF4-FFF2-40B4-BE49-F238E27FC236}">
                <a16:creationId xmlns:a16="http://schemas.microsoft.com/office/drawing/2014/main" id="{1E0562BC-DD12-4C96-A115-D2D70EC1366D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553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10" r:id="rId2"/>
    <p:sldLayoutId id="2147483713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46" r:id="rId11"/>
    <p:sldLayoutId id="2147483744" r:id="rId12"/>
    <p:sldLayoutId id="2147483724" r:id="rId13"/>
    <p:sldLayoutId id="2147483726" r:id="rId14"/>
    <p:sldLayoutId id="2147483727" r:id="rId15"/>
    <p:sldLayoutId id="2147483728" r:id="rId16"/>
    <p:sldLayoutId id="2147483729" r:id="rId17"/>
    <p:sldLayoutId id="2147483745" r:id="rId18"/>
    <p:sldLayoutId id="2147483723" r:id="rId19"/>
    <p:sldLayoutId id="2147483734" r:id="rId20"/>
  </p:sldLayoutIdLst>
  <p:hf hdr="0" ftr="0" dt="0"/>
  <p:txStyles>
    <p:titleStyle>
      <a:lvl1pPr algn="l" defTabSz="914333" rtl="0" eaLnBrk="1" latinLnBrk="0" hangingPunct="1">
        <a:lnSpc>
          <a:spcPct val="89000"/>
        </a:lnSpc>
        <a:spcBef>
          <a:spcPct val="0"/>
        </a:spcBef>
        <a:buNone/>
        <a:defRPr sz="28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30400" indent="-230400" algn="l" defTabSz="914333" rtl="0" eaLnBrk="1" latinLnBrk="0" hangingPunct="1">
        <a:lnSpc>
          <a:spcPct val="107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7600" indent="-230400" algn="l" defTabSz="914333" rtl="0" eaLnBrk="1" latinLnBrk="0" hangingPunct="1">
        <a:lnSpc>
          <a:spcPct val="103000"/>
        </a:lnSpc>
        <a:spcBef>
          <a:spcPts val="500"/>
        </a:spcBef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4800" indent="-230400" algn="l" defTabSz="914333" rtl="0" eaLnBrk="1" latinLnBrk="0" hangingPunct="1">
        <a:lnSpc>
          <a:spcPct val="102000"/>
        </a:lnSpc>
        <a:spcBef>
          <a:spcPts val="500"/>
        </a:spcBef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6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3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9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5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2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8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5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32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B89E0-89D9-4425-AE04-BF03119740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C-Directive 09000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139839-FCEA-4EC2-AD64-E9A6C386964E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dirty="0"/>
              <a:t>Rahul Kumar, ISP-CS, 2026-5-21</a:t>
            </a:r>
          </a:p>
        </p:txBody>
      </p:sp>
    </p:spTree>
    <p:extLst>
      <p:ext uri="{BB962C8B-B14F-4D97-AF65-F5344CB8AC3E}">
        <p14:creationId xmlns:p14="http://schemas.microsoft.com/office/powerpoint/2010/main" val="28530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7088E90-7A1B-74F1-673F-C6C617FC37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F50BEF6-194E-4D5B-FE94-29454E2C16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981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DF13E-57EF-7EFC-A9F9-CC10B6478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D1513D-EEE1-23CB-271F-05A75B19CC4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02FF05-8670-92F6-9722-7A644FD01522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CA1315-090F-B8C3-8833-821F8BE1A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3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23747664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AE82FC2-3053-B82B-32B8-6841E37F7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4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252831472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AXMLTEMPLATE" val="presentation_169"/>
  <p:tag name="SAXMLCOMPANYNAME" val="bosch"/>
  <p:tag name="MLLANGUAGE" val="eng"/>
  <p:tag name="MLTEMPLATEVERSION" val="2.2"/>
  <p:tag name="SAXCONVERSION" val="2"/>
</p:tagLst>
</file>

<file path=ppt/theme/theme1.xml><?xml version="1.0" encoding="utf-8"?>
<a:theme xmlns:a="http://schemas.openxmlformats.org/drawingml/2006/main" name="Bosch 2024">
  <a:themeElements>
    <a:clrScheme name="Bosch Blau">
      <a:dk1>
        <a:sysClr val="windowText" lastClr="000000"/>
      </a:dk1>
      <a:lt1>
        <a:sysClr val="window" lastClr="FFFFFF"/>
      </a:lt1>
      <a:dk2>
        <a:srgbClr val="424C58"/>
      </a:dk2>
      <a:lt2>
        <a:srgbClr val="B2B3B5"/>
      </a:lt2>
      <a:accent1>
        <a:srgbClr val="007BC0"/>
      </a:accent1>
      <a:accent2>
        <a:srgbClr val="004975"/>
      </a:accent2>
      <a:accent3>
        <a:srgbClr val="007BC0"/>
      </a:accent3>
      <a:accent4>
        <a:srgbClr val="004975"/>
      </a:accent4>
      <a:accent5>
        <a:srgbClr val="007BC0"/>
      </a:accent5>
      <a:accent6>
        <a:srgbClr val="004975"/>
      </a:accent6>
      <a:hlink>
        <a:srgbClr val="738CB4"/>
      </a:hlink>
      <a:folHlink>
        <a:srgbClr val="B0BBD0"/>
      </a:folHlink>
    </a:clrScheme>
    <a:fontScheme name="Bosch">
      <a:majorFont>
        <a:latin typeface="Bosch Office Sans"/>
        <a:ea typeface=""/>
        <a:cs typeface=""/>
      </a:majorFont>
      <a:minorFont>
        <a:latin typeface="Bosch Office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9525" cap="flat" cmpd="sng" algn="ctr">
          <a:solidFill>
            <a:srgbClr val="3F136C"/>
          </a:solidFill>
          <a:prstDash val="solid"/>
        </a:ln>
        <a:effectLst/>
      </a:spPr>
      <a:bodyPr rtlCol="0" anchor="ctr"/>
      <a:lstStyle>
        <a:defPPr marL="0" marR="0" indent="0" algn="ctr" defTabSz="91440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kern="0" cap="none" spc="0" normalizeH="0" baseline="0" noProof="0" dirty="0" smtClean="0">
            <a:ln>
              <a:noFill/>
            </a:ln>
            <a:solidFill>
              <a:srgbClr val="000000"/>
            </a:solidFill>
            <a:effectLst/>
            <a:uLnTx/>
            <a:uFillTx/>
            <a:latin typeface="Bosch Office Sans"/>
            <a:ea typeface="+mn-ea"/>
            <a:cs typeface="+mn-cs"/>
          </a:defRPr>
        </a:defPPr>
      </a:lstStyle>
    </a:spDef>
    <a:txDef>
      <a:spPr>
        <a:noFill/>
      </a:spPr>
      <a:bodyPr wrap="square" lIns="0" tIns="0" rIns="0" bIns="0" rtlCol="0">
        <a:noAutofit/>
      </a:bodyPr>
      <a:lstStyle>
        <a:defPPr marR="0" algn="l" defTabSz="914400" eaLnBrk="1" fontAlgn="auto" latinLnBrk="0" hangingPunct="1">
          <a:spcBef>
            <a:spcPts val="50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kern="0" cap="none" spc="0" normalizeH="0" baseline="0" noProof="0" smtClean="0">
            <a:ln>
              <a:noFill/>
            </a:ln>
            <a:solidFill>
              <a:srgbClr val="000000"/>
            </a:solidFill>
            <a:effectLst/>
            <a:uLnTx/>
            <a:uFillTx/>
          </a:defRPr>
        </a:defPPr>
      </a:lstStyle>
    </a:txDef>
  </a:objectDefaults>
  <a:extraClrSchemeLst/>
  <a:custClrLst>
    <a:custClr name="Bosch Red 50">
      <a:srgbClr val="ED0007"/>
    </a:custClr>
    <a:custClr name="Bosch Purple 40">
      <a:srgbClr val="9E2896"/>
    </a:custClr>
    <a:custClr name="Bosch Purple 20">
      <a:srgbClr val="551151"/>
    </a:custClr>
    <a:custClr name="Bosch Blue 50">
      <a:srgbClr val="007BC0"/>
    </a:custClr>
    <a:custClr name="Bosch Blue 30">
      <a:srgbClr val="004975"/>
    </a:custClr>
    <a:custClr name="Bosch Turquoise 50">
      <a:srgbClr val="18837E"/>
    </a:custClr>
    <a:custClr name="Bosch Turquoise 30">
      <a:srgbClr val="0A4F4B"/>
    </a:custClr>
    <a:custClr name="Bosch Green 50">
      <a:srgbClr val="00884A"/>
    </a:custClr>
    <a:custClr name="Bosch Green 30">
      <a:srgbClr val="00512A"/>
    </a:custClr>
    <a:custClr name="Bosch Gray 50">
      <a:srgbClr val="71767C"/>
    </a:custClr>
  </a:custClrLst>
  <a:extLst>
    <a:ext uri="{05A4C25C-085E-4340-85A3-A5531E510DB2}">
      <thm15:themeFamily xmlns:thm15="http://schemas.microsoft.com/office/thememl/2012/main" name="template1.potx" id="{198F02AD-A328-41CF-AEF3-4AEA9DC97E6D}" vid="{A553CE3C-9352-4BF3-9E58-0BEA59765750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sax_Colors>
  <Line size="7">
    <Color val="9e2896" tooltip="Bosch Purple 40"/>
    <Color val="551151" tooltip="Bosch Purple 20"/>
  </Line>
  <Line size="7">
    <Color val="007bc0" tooltip="Bosch Blue 50"/>
    <Color val="004975" tooltip="Bosch Blue 30"/>
  </Line>
  <Line size="7">
    <Color val="18837e" tooltip="Bosch Turquoise 50"/>
    <Color val="0a4f4b" tooltip="Bosch Turquoise 30"/>
  </Line>
  <Line size="7">
    <Color val="00884a" tooltip="Bosch Green 50"/>
    <Color val="00512a" tooltip="Bosch Green 30"/>
  </Line>
</sax_Colors>
</file>

<file path=customXml/item2.xml><?xml version="1.0" encoding="utf-8"?>
<saxML>
  <saxMLTemplate>presentation_169</saxMLTemplate>
  <Variablen>
    <Variable>
      <Name>attachmentremark</Name>
      <OrgInhalt/>
      <Wert/>
      <Platzhalter>False</Platzhalter>
      <DocDatenDialog>True</DocDatenDialog>
      <Label>Attachment</Label>
      <FrageVar>False</FrageVar>
      <Prefix/>
      <Suffix/>
      <WegfallVar/>
      <MussFeld>False</MussFeld>
      <InDokument>True</InDokument>
      <Sektion>AttachmentRemark</Sektion>
      <Reihenfolge>0</Reihenfolge>
    </Variable>
    <Variable>
      <Name>departmentshort</Name>
      <OrgInhalt>BGSW/ISP-CS</OrgInhalt>
      <Wert>BGSW/ISP-CS</Wert>
      <Platzhalter>False</Platzhalter>
      <DocDatenDialog>True</DocDatenDialog>
      <Label>Authoring</Label>
      <FrageVar>False</FrageVar>
      <Prefix/>
      <Suffix/>
      <WegfallVar/>
      <MussFeld>False</MussFeld>
      <Trenner>
        <VariableVor>classification</VariableVor>
        <VariableVor>businessunit</VariableVor>
        <Zwischen> | </Zwischen>
        <VariableNach>departmentshort</VariableNach>
      </Trenner>
      <InDokument>True</InDokument>
      <Sektion>Bosch_footer_1</Sektion>
      <Reihenfolge/>
    </Variable>
    <Variable>
      <Name>classification</Name>
      <OrgInhalt>Internal C-SC1</OrgInhalt>
      <Wert>Internal C-SC1</Wert>
      <Platzhalter>False</Platzhalter>
      <DocDatenDialog>True</DocDatenDialog>
      <Label>Classification:</Label>
      <FrageVar>False</FrageVar>
      <Prefix/>
      <Suffix/>
      <WegfallVar/>
      <ComboBox>
        <Option>Public C-SC0</Option>
        <Option>Internal C-SC1</Option>
        <Option>Confidential C-SC2</Option>
        <Option>Strictly confidential C-SC3</Option>
        <Option/>
      </ComboBox>
      <MussFeld>False</MussFeld>
      <InDokument>True</InDokument>
      <Sektion>Bosch_footer_1</Sektion>
      <Reihenfolge>0</Reihenfolge>
    </Variable>
    <Variable>
      <Name>classification2</Name>
      <OrgInhalt>Internal C-SC1</OrgInhalt>
      <Wert>Internal C-SC1</Wert>
      <Platzhalter>False</Platzhalter>
      <DocDatenDialog>False</DocDatenDialog>
      <Label>Classification:</Label>
      <FrageVar>False</FrageVar>
      <Prefix/>
      <Suffix/>
      <WegfallVar/>
      <ComboBox>
        <Option>Public C-SC0</Option>
        <Option>Internal C-SC1</Option>
        <Option>Confidential C-SC2</Option>
        <Option>Strictly confidential C-SC3</Option>
        <Option/>
      </ComboBox>
      <MussFeld>False</MussFeld>
      <InDokument>True</InDokument>
      <Sektion>Bosch_footer_conf</Sektion>
      <Reihenfolge>0</Reihenfolge>
    </Variable>
    <Variable>
      <Name>copyright</Name>
      <OrgInhalt>© Robert Bosch GmbH 2026. All rights reserved, also regarding any disposal, exploitation, reproduction, editing, distribution, as well as in the event of applications for industrial property rights.</OrgInhalt>
      <Wert>© Robert Bosch GmbH 2026. All rights reserved, also regarding any disposal, exploitation, reproduction, editing, distribution, as well as in the event of applications for industrial property rights.</Wert>
      <Platzhalter>False</Platzhalter>
      <DocDatenDialog>False</DocDatenDialog>
      <Label>$tr_copyright$</Label>
      <FrageVar>False</FrageVar>
      <Prefix/>
      <Suffix/>
      <WegfallVar/>
      <MussFeld>False</MussFeld>
      <Trenner>
        <VariableVor>repositoryremark</VariableVor>
        <Zwischen>&lt;br&gt;</Zwischen>
        <VariableNach>copyright</VariableNach>
      </Trenner>
      <InDokument>True</InDokument>
      <Sektion>Bosch_footer_2</Sektion>
      <Reihenfolge/>
    </Variable>
    <Variable>
      <Name>dateformat</Name>
      <OrgInhalt>2026-05-21</OrgInhalt>
      <Wert>2026-05-21</Wert>
      <Platzhalter>False</Platzhalter>
      <DocDatenDialog>True</DocDatenDialog>
      <Label>Date</Label>
      <FrageVar>False</FrageVar>
      <Prefix/>
      <Suffix/>
      <WegfallVar/>
      <MussFeld>False</MussFeld>
      <Trenner>
        <VariableVor>departmentshort</VariableVor>
        <VariableVor>classification</VariableVor>
        <VariableVor>businessunit</VariableVor>
        <Zwischen> | </Zwischen>
        <VariableNach>dateformat</VariableNach>
      </Trenner>
      <InDokument>True</InDokument>
      <Sektion>Bosch_footer_1</Sektion>
      <Reihenfolge>0</Reihenfolge>
    </Variable>
    <Variable>
      <Name>businessunit</Name>
      <OrgInhalt/>
      <Wert/>
      <Platzhalter>False</Platzhalter>
      <DocDatenDialog>False</DocDatenDialog>
      <Label>$tr_businessunit$</Label>
      <FrageVar>False</FrageVar>
      <Prefix/>
      <Suffix/>
      <WegfallVar/>
      <MussFeld>False</MussFeld>
      <Trenner>
        <VariableVor>classification</VariableVor>
        <Zwischen> | </Zwischen>
        <VariableNach>businessunit</VariableNach>
      </Trenner>
      <InDokument>True</InDokument>
      <Sektion>Bosch_footer_1</Sektion>
      <Reihenfolge>0</Reihenfolge>
    </Variable>
    <Variable>
      <Name>repositoryremark</Name>
      <OrgInhalt/>
      <Wert/>
      <Platzhalter>False</Platzhalter>
      <DocDatenDialog>True</DocDatenDialog>
      <Label>Filing note</Label>
      <FrageVar>False</FrageVar>
      <Prefix/>
      <Suffix/>
      <WegfallVar/>
      <MussFeld>False</MussFeld>
      <InDokument>True</InDokument>
      <Sektion>Bosch_footer_2</Sektion>
      <Reihenfolge>0</Reihenfolge>
    </Variable>
  </Variablen>
</saxML>
</file>

<file path=customXml/itemProps1.xml><?xml version="1.0" encoding="utf-8"?>
<ds:datastoreItem xmlns:ds="http://schemas.openxmlformats.org/officeDocument/2006/customXml" ds:itemID="{D0252559-44F8-474C-B66D-E357B88E32C2}">
  <ds:schemaRefs/>
</ds:datastoreItem>
</file>

<file path=customXml/itemProps2.xml><?xml version="1.0" encoding="utf-8"?>
<ds:datastoreItem xmlns:ds="http://schemas.openxmlformats.org/officeDocument/2006/customXml" ds:itemID="{304CF217-3C90-4AA0-B541-CE45F9BD305E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presentation_169_1</Template>
  <TotalTime>7</TotalTime>
  <Words>10</Words>
  <Application>Microsoft Office PowerPoint</Application>
  <PresentationFormat>Custom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Bosch Office Sans</vt:lpstr>
      <vt:lpstr>Calibri</vt:lpstr>
      <vt:lpstr>Symbol</vt:lpstr>
      <vt:lpstr>Wingdings</vt:lpstr>
      <vt:lpstr>Bosch 2024</vt:lpstr>
      <vt:lpstr>C-Directive 09000 </vt:lpstr>
      <vt:lpstr>PowerPoint Presentation</vt:lpstr>
      <vt:lpstr>PowerPoint Presentation</vt:lpstr>
      <vt:lpstr>PowerPoint Presentation</vt:lpstr>
    </vt:vector>
  </TitlesOfParts>
  <Company>Bosch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FIXED-TERM Kumar Rahul (BGSW/ISP-CS)</dc:creator>
  <cp:lastModifiedBy>FIXED-TERM Kumar Rahul (BGSW/ISP-CS)</cp:lastModifiedBy>
  <cp:revision>1</cp:revision>
  <dcterms:created xsi:type="dcterms:W3CDTF">2026-05-21T06:57:50Z</dcterms:created>
  <dcterms:modified xsi:type="dcterms:W3CDTF">2026-05-21T07:05:14Z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ttachmentremark">
    <vt:lpwstr>$attachmentremark$</vt:lpwstr>
  </property>
  <property fmtid="{D5CDD505-2E9C-101B-9397-08002B2CF9AE}" pid="3" name="classification">
    <vt:lpwstr>$tr_sc_internal$</vt:lpwstr>
  </property>
  <property fmtid="{D5CDD505-2E9C-101B-9397-08002B2CF9AE}" pid="4" name="copyright">
    <vt:lpwstr>$copyright$</vt:lpwstr>
  </property>
  <property fmtid="{D5CDD505-2E9C-101B-9397-08002B2CF9AE}" pid="5" name="dateformat">
    <vt:lpwstr>$dateformat$</vt:lpwstr>
  </property>
  <property fmtid="{D5CDD505-2E9C-101B-9397-08002B2CF9AE}" pid="6" name="businessunit">
    <vt:lpwstr>$businessunit$</vt:lpwstr>
  </property>
  <property fmtid="{D5CDD505-2E9C-101B-9397-08002B2CF9AE}" pid="7" name="repositoryremark">
    <vt:lpwstr>$repositoryremark$</vt:lpwstr>
  </property>
</Properties>
</file>